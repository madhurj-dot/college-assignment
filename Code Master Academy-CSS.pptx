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dhurj-dot.github.io/College-Assignment/" TargetMode="External"/><Relationship Id="rId2" Type="http://schemas.openxmlformats.org/officeDocument/2006/relationships/hyperlink" Target="https://github.com/Madhurj-dot/College-Assignment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2D212C-2D3F-3947-32C9-5FFCB4C798B1}"/>
              </a:ext>
            </a:extLst>
          </p:cNvPr>
          <p:cNvSpPr/>
          <p:nvPr/>
        </p:nvSpPr>
        <p:spPr>
          <a:xfrm>
            <a:off x="4025370" y="3437466"/>
            <a:ext cx="7518400" cy="12784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2F5DE-80F0-1531-6141-C38209A38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5408" y="3615265"/>
            <a:ext cx="7197726" cy="140546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COURSE DASHBOARD: DESIGN THE STUDENT DASHBOARD FOR "CODEMASTER ACADEMY." SHOW ENROLLED COURSES AS CARDS, PROGRESS TRACKERS ( ELEMENT), UPCOMING DEADLINES, AND A SECTION FOR VIDEO LECTURES     ( PLAYER WITH TRACKS).</a:t>
            </a:r>
          </a:p>
          <a:p>
            <a:pPr algn="l"/>
            <a:br>
              <a:rPr lang="en-US" dirty="0"/>
            </a:br>
            <a:endParaRPr lang="en-IN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AA1F75B-A860-1B45-81E6-FDC3FD99C87A}"/>
              </a:ext>
            </a:extLst>
          </p:cNvPr>
          <p:cNvSpPr/>
          <p:nvPr/>
        </p:nvSpPr>
        <p:spPr>
          <a:xfrm>
            <a:off x="5258332" y="1143000"/>
            <a:ext cx="5816599" cy="1278467"/>
          </a:xfrm>
          <a:prstGeom prst="wedgeRoundRectCallout">
            <a:avLst>
              <a:gd name="adj1" fmla="val -24181"/>
              <a:gd name="adj2" fmla="val 9362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CodeMaster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Academy</a:t>
            </a:r>
            <a:r>
              <a:rPr lang="en-IN" dirty="0"/>
              <a:t>.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0A73CB-0ADA-4FA1-BBB6-44D43975C0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12" t="10394" r="22476" b="8985"/>
          <a:stretch>
            <a:fillRect/>
          </a:stretch>
        </p:blipFill>
        <p:spPr bwMode="auto">
          <a:xfrm>
            <a:off x="1155170" y="846667"/>
            <a:ext cx="28702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390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F6C0-6872-29FB-1C3E-148FF0449A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90799" y="1964268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2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Styled LAYOUT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6C98BF-AA67-AEAF-171D-6A65E67E83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5873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BE6919-B4C7-BACE-98D8-E78FAA30E031}"/>
              </a:ext>
            </a:extLst>
          </p:cNvPr>
          <p:cNvSpPr/>
          <p:nvPr/>
        </p:nvSpPr>
        <p:spPr>
          <a:xfrm>
            <a:off x="609602" y="838200"/>
            <a:ext cx="6443132" cy="1092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DC8A5F-C81B-F711-9FA2-52E3A463D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6443132" cy="1456267"/>
          </a:xfrm>
        </p:spPr>
        <p:txBody>
          <a:bodyPr>
            <a:normAutofit/>
          </a:bodyPr>
          <a:lstStyle/>
          <a:p>
            <a:r>
              <a:rPr lang="en-IN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1A7B5A-E7E9-01DE-84D3-D4C1544304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5868" y="2440057"/>
            <a:ext cx="491066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000" i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Central Hub for Learning Success</a:t>
            </a:r>
            <a:endParaRPr lang="en-US" sz="2000" cap="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D807F8-30D0-B96A-12BA-5F335838A14F}"/>
              </a:ext>
            </a:extLst>
          </p:cNvPr>
          <p:cNvSpPr/>
          <p:nvPr/>
        </p:nvSpPr>
        <p:spPr>
          <a:xfrm>
            <a:off x="927099" y="3409491"/>
            <a:ext cx="2455334" cy="601133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E95FC-B686-564D-F68A-97ACF7CAE902}"/>
              </a:ext>
            </a:extLst>
          </p:cNvPr>
          <p:cNvSpPr txBox="1"/>
          <p:nvPr/>
        </p:nvSpPr>
        <p:spPr>
          <a:xfrm>
            <a:off x="237067" y="3499472"/>
            <a:ext cx="38353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Enrolled Courses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all your courses as intuitive cards with visual progress trackers. Monitor completion percentages, access video lectures, and resume learning exactly where you left off.</a:t>
            </a:r>
          </a:p>
          <a:p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205BFF1-5B3D-9121-DD45-9A1C079E07A3}"/>
              </a:ext>
            </a:extLst>
          </p:cNvPr>
          <p:cNvSpPr/>
          <p:nvPr/>
        </p:nvSpPr>
        <p:spPr>
          <a:xfrm>
            <a:off x="4411132" y="3293533"/>
            <a:ext cx="2912533" cy="66612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3728C-0D7D-032C-9BC6-E3D40FCCE153}"/>
              </a:ext>
            </a:extLst>
          </p:cNvPr>
          <p:cNvSpPr txBox="1"/>
          <p:nvPr/>
        </p:nvSpPr>
        <p:spPr>
          <a:xfrm>
            <a:off x="4072466" y="3429000"/>
            <a:ext cx="35898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Management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Stay on track with upcoming assignment deadlines and course milestones. Priority indicators and calendar views help you manage your learning schedule effectively.</a:t>
            </a:r>
          </a:p>
          <a:p>
            <a:endParaRPr lang="en-IN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CDDDFE9-C672-5766-35E8-B89D37A04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1F73B1-A65D-0D8D-6121-16EC135A1D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" b="6877"/>
          <a:stretch>
            <a:fillRect/>
          </a:stretch>
        </p:blipFill>
        <p:spPr>
          <a:xfrm>
            <a:off x="7818966" y="949637"/>
            <a:ext cx="3691468" cy="468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4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4FAF46B2-3CDD-56B4-8D0C-8DBDD7748484}"/>
              </a:ext>
            </a:extLst>
          </p:cNvPr>
          <p:cNvSpPr/>
          <p:nvPr/>
        </p:nvSpPr>
        <p:spPr>
          <a:xfrm>
            <a:off x="795865" y="690992"/>
            <a:ext cx="2937933" cy="948268"/>
          </a:xfrm>
          <a:prstGeom prst="snip2DiagRect">
            <a:avLst>
              <a:gd name="adj1" fmla="val 0"/>
              <a:gd name="adj2" fmla="val 3006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420AB-E15A-91E9-7196-B01421D6D5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07" r="25151"/>
          <a:stretch>
            <a:fillRect/>
          </a:stretch>
        </p:blipFill>
        <p:spPr>
          <a:xfrm>
            <a:off x="625643" y="1994851"/>
            <a:ext cx="5021623" cy="35983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93483C-2D45-CEA1-AC72-9667696859B1}"/>
              </a:ext>
            </a:extLst>
          </p:cNvPr>
          <p:cNvSpPr txBox="1"/>
          <p:nvPr/>
        </p:nvSpPr>
        <p:spPr>
          <a:xfrm>
            <a:off x="952499" y="841961"/>
            <a:ext cx="2624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Diagonal Corners Snipped 10">
            <a:extLst>
              <a:ext uri="{FF2B5EF4-FFF2-40B4-BE49-F238E27FC236}">
                <a16:creationId xmlns:a16="http://schemas.microsoft.com/office/drawing/2014/main" id="{34462E78-12A9-E382-9D7A-3447C7EE8965}"/>
              </a:ext>
            </a:extLst>
          </p:cNvPr>
          <p:cNvSpPr/>
          <p:nvPr/>
        </p:nvSpPr>
        <p:spPr>
          <a:xfrm>
            <a:off x="6472768" y="830764"/>
            <a:ext cx="4114800" cy="948267"/>
          </a:xfrm>
          <a:prstGeom prst="snip2DiagRect">
            <a:avLst>
              <a:gd name="adj1" fmla="val 25893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EB04BE-C1D8-FB62-477C-FB80BB03E1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70" r="3306"/>
          <a:stretch>
            <a:fillRect/>
          </a:stretch>
        </p:blipFill>
        <p:spPr>
          <a:xfrm>
            <a:off x="6096000" y="1994851"/>
            <a:ext cx="5554133" cy="3518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9BD443-A8E4-46A2-D57E-A8D8504085F8}"/>
              </a:ext>
            </a:extLst>
          </p:cNvPr>
          <p:cNvSpPr txBox="1"/>
          <p:nvPr/>
        </p:nvSpPr>
        <p:spPr>
          <a:xfrm>
            <a:off x="6629400" y="928032"/>
            <a:ext cx="5317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 No Styling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171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2BECC3-D8A8-EB6E-D287-4768ACC66DDA}"/>
              </a:ext>
            </a:extLst>
          </p:cNvPr>
          <p:cNvSpPr/>
          <p:nvPr/>
        </p:nvSpPr>
        <p:spPr>
          <a:xfrm>
            <a:off x="355600" y="558801"/>
            <a:ext cx="7687734" cy="10498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E7A6E3-805B-CE7D-E008-7A5C55E8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1"/>
            <a:ext cx="7357532" cy="1397000"/>
          </a:xfrm>
        </p:spPr>
        <p:txBody>
          <a:bodyPr/>
          <a:lstStyle/>
          <a:p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Layout Structure</a:t>
            </a:r>
            <a:br>
              <a:rPr lang="en-IN" dirty="0"/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41140A-5AE9-5B6D-58C6-E45D6E6B6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232" y="1783645"/>
            <a:ext cx="5541433" cy="369428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CB0C91-AE5B-E7E6-56D8-A9C9FF3F2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5012266" cy="3649133"/>
          </a:xfrm>
        </p:spPr>
        <p:txBody>
          <a:bodyPr/>
          <a:lstStyle/>
          <a:p>
            <a:r>
              <a:rPr lang="en-US" b="1" dirty="0"/>
              <a:t>Structure:</a:t>
            </a:r>
            <a:r>
              <a:rPr lang="en-US" dirty="0"/>
              <a:t> Uses Flexbox and Grid to align sidebars, widgets, and charts precisely.</a:t>
            </a:r>
          </a:p>
          <a:p>
            <a:r>
              <a:rPr lang="en-US" b="1" dirty="0"/>
              <a:t>Responsiveness:</a:t>
            </a:r>
            <a:r>
              <a:rPr lang="en-US" dirty="0"/>
              <a:t> Ensures the layout adapts perfectly to both desktops and mobile screens.</a:t>
            </a:r>
          </a:p>
          <a:p>
            <a:r>
              <a:rPr lang="en-US" b="1" dirty="0"/>
              <a:t>Clarity:</a:t>
            </a:r>
            <a:r>
              <a:rPr lang="en-US" dirty="0"/>
              <a:t> Uses spacing, colors, and fonts to create a visual hierarchy, making complex data easy to read at a glance.</a:t>
            </a:r>
          </a:p>
          <a:p>
            <a:r>
              <a:rPr lang="en-US" b="1" dirty="0"/>
              <a:t>Consistency:</a:t>
            </a:r>
            <a:r>
              <a:rPr lang="en-US" dirty="0"/>
              <a:t> Allows you to style hundreds of data cards instantly using a single class.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21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DFFE63-99F5-C525-3B75-9CC043804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66" r="2247"/>
          <a:stretch>
            <a:fillRect/>
          </a:stretch>
        </p:blipFill>
        <p:spPr>
          <a:xfrm>
            <a:off x="1535489" y="1353661"/>
            <a:ext cx="9022445" cy="502174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670E96-0F08-69AD-8053-2CBA22D0305C}"/>
              </a:ext>
            </a:extLst>
          </p:cNvPr>
          <p:cNvSpPr/>
          <p:nvPr/>
        </p:nvSpPr>
        <p:spPr>
          <a:xfrm>
            <a:off x="3783012" y="372533"/>
            <a:ext cx="3937000" cy="8720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B286B3-62DF-906F-7FB0-4E12B085B2C3}"/>
              </a:ext>
            </a:extLst>
          </p:cNvPr>
          <p:cNvSpPr txBox="1"/>
          <p:nvPr/>
        </p:nvSpPr>
        <p:spPr>
          <a:xfrm>
            <a:off x="2216679" y="482600"/>
            <a:ext cx="7069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CSS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17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5306B24-D18B-9E21-434E-0191644A6531}"/>
              </a:ext>
            </a:extLst>
          </p:cNvPr>
          <p:cNvSpPr/>
          <p:nvPr/>
        </p:nvSpPr>
        <p:spPr>
          <a:xfrm>
            <a:off x="2844726" y="776469"/>
            <a:ext cx="6172200" cy="1549400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D692F-74F2-0BE2-26E2-A1F96C055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8700" y="3008132"/>
            <a:ext cx="7594600" cy="1151467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link: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https://github.com/Madhurj-dot/College-Assignment.git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/>
              <a:t>Live website link: </a:t>
            </a:r>
            <a:r>
              <a:rPr lang="en-IN" b="1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https://madhurj-dot.github.io/College-Assignment/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29179F-CD4A-3BC6-277E-EDF18486467C}"/>
              </a:ext>
            </a:extLst>
          </p:cNvPr>
          <p:cNvSpPr txBox="1"/>
          <p:nvPr/>
        </p:nvSpPr>
        <p:spPr>
          <a:xfrm>
            <a:off x="1196826" y="944076"/>
            <a:ext cx="946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CODEMASTER ACADEMY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3024E-F12D-3E63-B3E5-44DD033C1012}"/>
              </a:ext>
            </a:extLst>
          </p:cNvPr>
          <p:cNvSpPr txBox="1"/>
          <p:nvPr/>
        </p:nvSpPr>
        <p:spPr>
          <a:xfrm>
            <a:off x="2298700" y="5267593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Note:- </a:t>
            </a:r>
          </a:p>
          <a:p>
            <a:r>
              <a:rPr lang="en-US" dirty="0"/>
              <a:t>It’s Only add with CSS.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49399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{58FFE919-5303-42F7-8211-6FCD444C448C}TFb5ae2469-0bae-4978-b0e0-39dd046150ff9a115ede-a9c3cc5252b0</Template>
  <TotalTime>98</TotalTime>
  <Words>240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Celestial</vt:lpstr>
      <vt:lpstr>PowerPoint Presentation</vt:lpstr>
      <vt:lpstr>LEVEL 2  Styled LAYOUT  css</vt:lpstr>
      <vt:lpstr>Dashboard Overview</vt:lpstr>
      <vt:lpstr>PowerPoint Presentation</vt:lpstr>
      <vt:lpstr>Dashboard Layout Structure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Madhur Jamgade</dc:creator>
  <cp:lastModifiedBy>Madhur Jamgade</cp:lastModifiedBy>
  <cp:revision>1</cp:revision>
  <dcterms:created xsi:type="dcterms:W3CDTF">2026-04-19T17:48:42Z</dcterms:created>
  <dcterms:modified xsi:type="dcterms:W3CDTF">2026-04-22T16:56:24Z</dcterms:modified>
</cp:coreProperties>
</file>